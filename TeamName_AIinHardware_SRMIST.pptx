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8BDF8"/>
                </a:solidFill>
              </a:defRPr>
            </a:pPr>
            <a:r>
              <a:t>Edge-AI Interactive Robotic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Low-Latency Thin-Client Architecture with Hardware-Accelerated I2S &amp; SPI Pipelines</a:t>
            </a:r>
            <a:br/>
            <a:br/>
            <a:r>
              <a:t>Domain: AI in Hardware (Edge AI)</a:t>
            </a:r>
            <a:br/>
            <a:r>
              <a:t>Event: HACKFEST-2026 | Department of ECE, SRMIST</a:t>
            </a:r>
            <a:br/>
            <a:r>
              <a:t>Team: [Team Name] | Members: Member 1, Member 2, Member 3 (Dept of ECE)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System Overview: A modular, low-power edge robotics architecture bridging physical interaction with edge/cloud intelligence.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Distributed Paradigm: Eliminates thermal and power penalties of local edge inference by offloading models and dedicating local silicon to deterministic I/O.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Hardware Integration: Custom carrier PCB integrating an all-digital I2S acoustic interface (INMP441/MAX98357A) and DMA-driven 40 MHz SPI display (ST7789).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Primary Value: Demonstrates over 80% BOM reduction compared to monolithic compute systems while maintaining sub-second conversational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Compute &amp; Thermal Limits: Local NLP and computer vision inference on edge SoCs cause severe thermal throttling, high idle current, and battery drain.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Signal Integrity Issues: Conventional analog electret microphones and PWM audio output suffer from heavy EMI and ground bounce from actuator switching.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Bus Bandwidth Bottlenecks: Standard I2C display buses (~400 kHz) achieve &lt;1 FPS at 240x240 RGB565, causing CPU stalls and severe visual stutter.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Motivation &amp;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Democratizing Physical AI: Existing companion robots cost ₹40,000+; there is a severe market need for an expressive architecture under ₹2,000.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Hardware-Software Co-Design: Utilizing deterministic bus protocols (I2S and SPI with DMA) allows low-cost processors to run high-throughput tasks without OS jitter.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Target Applications: Assistive desktop nodes, laboratory monitoring telemetry, and interactive smart kiosk interfaces.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Proposed Solution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Distributed Processing: Thin-client edge node handles real-time audio/display routing, offloading heavy reasoning to a backend server.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Acoustic Front-End (I2S): INMP441 digital MEMS microphone and MAX98357A Class-D amplifier eliminate DAC jitter and analog line noise.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High-Speed Display Engine: 240x240 IPS panel driven over 40 MHz SPI via Direct Memory Access (DMA), sustaining 30+ FPS animation at 0% CPU load.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Custom Carrier PCB: Altium-designed PCB featuring star grounding, matched trace lengths, and isolated power rails to prevent brownouts.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Outcome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Quantitative Latency: Achieved sub-850 ms round-trip voice-to-expression pipeline over local network infrastructure.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Acoustic Signal Purity: High SNR maintained by keeping digital I2S traces under 30 mm and physically isolating ground planes from inductive loads.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Economic Viability: Prototype BOM constrained under ₹2,500, with a scalable roadmap to a dedicated microcontroller board at ~₹500 in volume.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Practical Applicability: Immediately deployable across lab environments, education robotics kits, and smart service desks.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Project Summary: Validated that a protocol-optimized thin-client architecture delivers expressive physical interaction without expensive processors.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Milestones Completed: Schematics verified, bus timing benchmarked (I2S / SPI-DMA), and power distribution simulated.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Round 2 Deployment: Physical PCB population, chassis mechanical integration, and live hardware demonstration at SRM campus on Oct 8-9.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</a:defRPr>
            </a:pPr>
            <a:r>
              <a:t>•  Team Contact: [teamlead_email@srmist.edu.in] | GitHub: [github.com/your-repo]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